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B0B0B"/>
                </a:solidFill>
                <a:latin typeface="Segoe UI"/>
              </a:rPr>
              <a:t>KernelLeakGuard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52514E"/>
                </a:solidFill>
                <a:latin typeface="Segoe UI"/>
              </a:rPr>
              <a:t>Hybrid Static Analysis and Runtime Verification of Memory Leaks in Linux Kernel Early-Exit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2514E"/>
                </a:solidFill>
                <a:latin typeface="Segoe UI"/>
              </a:rPr>
              <a:t>Om Gunjan Gupta (24BIT0316)   ·   Abhishek Kumar Singh (24BIT0309)   ·   Aarav Jain (24BIT0023)</a:t>
            </a:r>
          </a:p>
          <a:p>
            <a:pPr algn="l"/>
            <a:r>
              <a:rPr sz="1700" b="0">
                <a:solidFill>
                  <a:srgbClr val="52514E"/>
                </a:solidFill>
                <a:latin typeface="Segoe UI"/>
              </a:rPr>
              <a:t>Guide: Dr. Arivuselvan K, Associate Professor, SCORE</a:t>
            </a:r>
          </a:p>
          <a:p>
            <a:pPr algn="l"/>
            <a:r>
              <a:rPr sz="1700" b="0">
                <a:solidFill>
                  <a:srgbClr val="52514E"/>
                </a:solidFill>
                <a:latin typeface="Segoe UI"/>
              </a:rPr>
              <a:t>BITE303P Operating Systems Lab · Fall 2026-27 · VIT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The problem: leaks on early-exit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A78D6"/>
                </a:solidFill>
                <a:latin typeface="Segoe UI"/>
              </a:rPr>
              <a:t>•  </a:t>
            </a:r>
            <a:r>
              <a:rPr sz="1900">
                <a:solidFill>
                  <a:srgbClr val="0B0B0B"/>
                </a:solidFill>
                <a:latin typeface="Segoe UI"/>
              </a:rPr>
              <a:t>Kernel code checks every operation and bails out early with an error code.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A78D6"/>
                </a:solidFill>
                <a:latin typeface="Segoe UI"/>
              </a:rPr>
              <a:t>•  </a:t>
            </a:r>
            <a:r>
              <a:rPr sz="1900">
                <a:solidFill>
                  <a:srgbClr val="0B0B0B"/>
                </a:solidFill>
                <a:latin typeface="Segoe UI"/>
              </a:rPr>
              <a:t>Each early exit must undo everything done so far; a missing kfree() leaks memory until reboot (no garbage collector, no process exit).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A78D6"/>
                </a:solidFill>
                <a:latin typeface="Segoe UI"/>
              </a:rPr>
              <a:t>•  </a:t>
            </a:r>
            <a:r>
              <a:rPr sz="1900">
                <a:solidFill>
                  <a:srgbClr val="0B0B0B"/>
                </a:solidFill>
                <a:latin typeface="Segoe UI"/>
              </a:rPr>
              <a:t>These paths run only when an allocation or device operation fails, so ordinary testing almost never executes them.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A78D6"/>
                </a:solidFill>
                <a:latin typeface="Segoe UI"/>
              </a:rPr>
              <a:t>•  </a:t>
            </a:r>
            <a:r>
              <a:rPr sz="1900">
                <a:solidFill>
                  <a:srgbClr val="0B0B0B"/>
                </a:solidFill>
                <a:latin typeface="Segoe UI"/>
              </a:rPr>
              <a:t>Static tools report candidates, but many are safe: ownership moves to lists, callers, callbacks.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5212080" cy="3566160"/>
          </a:xfrm>
          <a:prstGeom prst="roundRect">
            <a:avLst>
              <a:gd name="adj" fmla="val 4000"/>
            </a:avLst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81328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int initialize(void)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{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char *a = kmalloc(100, GFP_KERNEL);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if (!a)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    return -ENOMEM;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char *b = kmalloc(200, GFP_KERNEL);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if (!b)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    return -ENOMEM;   // a leaks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...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kfree(b);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kfree(a);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return 0;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029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98781"/>
                </a:solidFill>
                <a:latin typeface="Segoe UI"/>
              </a:rPr>
              <a:t>Leaks only when the second kmalloc() fails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A78D6"/>
                </a:solidFill>
                <a:latin typeface="Segoe UI"/>
              </a:rPr>
              <a:t>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Segoe UI"/>
              </a:rPr>
              <a:t>previously unknown early-exit leaks found
in Linux by MLEE (USENIX ATC 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B6834"/>
                </a:solidFill>
                <a:latin typeface="Segoe UI"/>
              </a:rPr>
              <a:t>weekly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Segoe UI"/>
              </a:rPr>
              <a:t>kmemleak reports filed by syzbot,
Google's kernel fuzzing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A78D6"/>
                </a:solidFill>
                <a:latin typeface="Segoe U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240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Segoe UI"/>
              </a:rPr>
              <a:t>times an error path runs in a normal
test run that never fails an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A78D6"/>
                </a:solidFill>
                <a:latin typeface="Segoe UI"/>
              </a:rPr>
              <a:t>•  </a:t>
            </a:r>
            <a:r>
              <a:rPr sz="1900" b="1">
                <a:solidFill>
                  <a:srgbClr val="0B0B0B"/>
                </a:solidFill>
                <a:latin typeface="Segoe UI"/>
              </a:rPr>
              <a:t>Impact: </a:t>
            </a:r>
            <a:r>
              <a:rPr sz="1900">
                <a:solidFill>
                  <a:srgbClr val="52514E"/>
                </a:solidFill>
                <a:latin typeface="Segoe UI"/>
              </a:rPr>
              <a:t>memory pressure, degraded performance, instability; an attacker who can trigger the failure repeatedly can exhaust kernel memory (denial of service).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A78D6"/>
                </a:solidFill>
                <a:latin typeface="Segoe UI"/>
              </a:rPr>
              <a:t>•  </a:t>
            </a:r>
            <a:r>
              <a:rPr sz="1900" b="1">
                <a:solidFill>
                  <a:srgbClr val="0B0B0B"/>
                </a:solidFill>
                <a:latin typeface="Segoe UI"/>
              </a:rPr>
              <a:t>Gap: </a:t>
            </a:r>
            <a:r>
              <a:rPr sz="1900">
                <a:solidFill>
                  <a:srgbClr val="52514E"/>
                </a:solidFill>
                <a:latin typeface="Segoe UI"/>
              </a:rPr>
              <a:t>static warnings are not proof; dynamic tools only see the paths they happen to execute and give a backtrace without the root cause.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A78D6"/>
                </a:solidFill>
                <a:latin typeface="Segoe UI"/>
              </a:rPr>
              <a:t>•  </a:t>
            </a:r>
            <a:r>
              <a:rPr sz="2000">
                <a:solidFill>
                  <a:srgbClr val="0B0B0B"/>
                </a:solidFill>
                <a:latin typeface="Segoe UI"/>
              </a:rPr>
              <a:t>Detect missing releases on early-exit paths with an LLVM-based static analyser (alias, ownership-transfer, interprocedural and path-correlation analysis).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A78D6"/>
                </a:solidFill>
                <a:latin typeface="Segoe UI"/>
              </a:rPr>
              <a:t>•  </a:t>
            </a:r>
            <a:r>
              <a:rPr sz="2000">
                <a:solidFill>
                  <a:srgbClr val="0B0B0B"/>
                </a:solidFill>
                <a:latin typeface="Segoe UI"/>
              </a:rPr>
              <a:t>Predict, for each warning, the failing call that leads onto the leaking path.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A78D6"/>
                </a:solidFill>
                <a:latin typeface="Segoe UI"/>
              </a:rPr>
              <a:t>•  </a:t>
            </a:r>
            <a:r>
              <a:rPr sz="2000">
                <a:solidFill>
                  <a:srgbClr val="0B0B0B"/>
                </a:solidFill>
                <a:latin typeface="Segoe UI"/>
              </a:rPr>
              <a:t>Build an isolated QEMU/KVM test kernel with kmemleak and per-task fault injection.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A78D6"/>
                </a:solidFill>
                <a:latin typeface="Segoe UI"/>
              </a:rPr>
              <a:t>•  </a:t>
            </a:r>
            <a:r>
              <a:rPr sz="2000">
                <a:solidFill>
                  <a:srgbClr val="0B0B0B"/>
                </a:solidFill>
                <a:latin typeface="Segoe UI"/>
              </a:rPr>
              <a:t>Automatically inject the predicted failure and decide confirmed / not reproduced / inconclusive from kernel evidence.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A78D6"/>
                </a:solidFill>
                <a:latin typeface="Segoe UI"/>
              </a:rPr>
              <a:t>•  </a:t>
            </a:r>
            <a:r>
              <a:rPr sz="2000">
                <a:solidFill>
                  <a:srgbClr val="0B0B0B"/>
                </a:solidFill>
                <a:latin typeface="Segoe UI"/>
              </a:rPr>
              <a:t>Evaluate on a benchmark with ground truth: static vs hybrid vs dynamic-only, ablation.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A78D6"/>
                </a:solidFill>
                <a:latin typeface="Segoe UI"/>
              </a:rPr>
              <a:t>•  </a:t>
            </a:r>
            <a:r>
              <a:rPr sz="2000">
                <a:solidFill>
                  <a:srgbClr val="0B0B0B"/>
                </a:solidFill>
                <a:latin typeface="Segoe UI"/>
              </a:rPr>
              <a:t>Deliver a CLI and a dashboard with source context, evidence and suggested fixes.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  <a:gridCol w="2651760"/>
                <a:gridCol w="283464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Work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Technique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Strength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Limitation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MLEE (ATC'21)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LLVM IR, early-exit vs normal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120 new kernel leaks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static only, manual triage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Hector (DSN'13)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compare error paths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no specification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false positives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K-MELD (NDSS'21)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ownership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custom allocators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static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HERO (Sec'21)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precise function pairing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many confirmed bugs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no runtime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FIFUZZ (Sec'20)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context-sensitive fault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deep error paths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crashes, not leaks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syzkaller + kmemleak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fuzzing + fail-nth + kmemleak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real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only reached paths, no root cause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Research gap and our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A78D6"/>
                </a:solidFill>
                <a:latin typeface="Segoe UI"/>
              </a:rPr>
              <a:t>•  </a:t>
            </a:r>
            <a:r>
              <a:rPr sz="2000">
                <a:solidFill>
                  <a:srgbClr val="0B0B0B"/>
                </a:solidFill>
                <a:latin typeface="Segoe UI"/>
              </a:rPr>
              <a:t>Static detectors cover all paths but every warning needs manual triage.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A78D6"/>
                </a:solidFill>
                <a:latin typeface="Segoe UI"/>
              </a:rPr>
              <a:t>•  </a:t>
            </a:r>
            <a:r>
              <a:rPr sz="2000">
                <a:solidFill>
                  <a:srgbClr val="0B0B0B"/>
                </a:solidFill>
                <a:latin typeface="Segoe UI"/>
              </a:rPr>
              <a:t>Dynamic tools give evidence only for executed paths, without saying which exit forgot what.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A78D6"/>
                </a:solidFill>
                <a:latin typeface="Segoe UI"/>
              </a:rPr>
              <a:t>•  </a:t>
            </a:r>
            <a:r>
              <a:rPr sz="2000">
                <a:solidFill>
                  <a:srgbClr val="0B0B0B"/>
                </a:solidFill>
                <a:latin typeface="Segoe UI"/>
              </a:rPr>
              <a:t>No surveyed system uses the static analysis to drive targeted fault injection per warning and feeds kernel evidence back into the verdict.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11064240" cy="1645920"/>
          </a:xfrm>
          <a:prstGeom prst="roundRect">
            <a:avLst>
              <a:gd name="adj" fmla="val 4000"/>
            </a:avLst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33088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static warning  ──►  predicted failing call  ──►  fail exactly that call in a VM  ──►  kmemleak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                                                                                    │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onsolas"/>
              </a:rPr>
              <a:t>      confirmed  /  not reproduced  /  inconclusive   + reproduction + backtrace  ◄─────┘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pic>
        <p:nvPicPr>
          <p:cNvPr id="6" name="Picture 5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3533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Static analyser (klg-analyze, C++ / LLVM 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IR: </a:t>
            </a:r>
            <a:r>
              <a:rPr sz="1700">
                <a:solidFill>
                  <a:srgbClr val="52514E"/>
                </a:solidFill>
                <a:latin typeface="Segoe UI"/>
              </a:rPr>
              <a:t>re-run each module's kbuild command with -emit-llvm; mem2reg; fold configuration stubs.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Aliases: </a:t>
            </a:r>
            <a:r>
              <a:rPr sz="1700">
                <a:solidFill>
                  <a:srgbClr val="52514E"/>
                </a:solidFill>
                <a:latin typeface="Segoe UI"/>
              </a:rPr>
              <a:t>casts, GEPs, PHIs, and fields of local structs/arrays.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Handled = </a:t>
            </a:r>
            <a:r>
              <a:rPr sz="1700">
                <a:solidFill>
                  <a:srgbClr val="52514E"/>
                </a:solidFill>
                <a:latin typeface="Segoe UI"/>
              </a:rPr>
              <a:t>kfree &amp; friends, or ownership transfer (store to non-local memory, return, capturing call).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Summaries: </a:t>
            </a:r>
            <a:r>
              <a:rPr sz="1700">
                <a:solidFill>
                  <a:srgbClr val="52514E"/>
                </a:solidFill>
                <a:latin typeface="Segoe UI"/>
              </a:rPr>
              <a:t>frees / captures / returns each parameter; allocation wrappers.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Path search: </a:t>
            </a:r>
            <a:r>
              <a:rPr sz="1700">
                <a:solidFill>
                  <a:srgbClr val="52514E"/>
                </a:solidFill>
                <a:latin typeface="Segoe UI"/>
              </a:rPr>
              <a:t>DFS to every return, skip the alloc-failed edge and contradictory branches (correlation), loops ×2.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Report: </a:t>
            </a:r>
            <a:r>
              <a:rPr sz="1700">
                <a:solidFill>
                  <a:srgbClr val="52514E"/>
                </a:solidFill>
                <a:latin typeface="Segoe UI"/>
              </a:rPr>
              <a:t>exit, returned errno, failing trigger calls,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4480560" cy="4206240"/>
          </a:xfrm>
          <a:prstGeom prst="roundRect">
            <a:avLst>
              <a:gd name="adj" fmla="val 4000"/>
            </a:avLst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481328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{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"function": "sensor_setup",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"allocator": "kmalloc",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"alloc": {"line": 32},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"exit": {"line": 54},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"return_value": "-ENOMEM",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"triggers": [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  {"callee": "kasprintf",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   "line": 38}],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 "confidence": "high"</a:t>
            </a:r>
          </a:p>
          <a:p>
            <a:pPr algn="l"/>
            <a:r>
              <a:rPr sz="1400" b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Runtime verifier (QEMU/KVM guest, Linux 6.18.55)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 b="1">
                <a:solidFill>
                  <a:srgbClr val="0B0B0B"/>
                </a:solidFill>
                <a:latin typeface="Segoe UI"/>
              </a:rPr>
              <a:t>Fault-point sweep: </a:t>
            </a:r>
            <a:r>
              <a:rPr sz="1800">
                <a:solidFill>
                  <a:srgbClr val="52514E"/>
                </a:solidFill>
                <a:latin typeface="Segoe UI"/>
              </a:rPr>
              <a:t>klg-agent writes N to /proc/thread-self/fail-nth (N = 1, 2, 3 ...) and runs the routine; the stack trace of each injected fault gives N → source line.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 b="1">
                <a:solidFill>
                  <a:srgbClr val="0B0B0B"/>
                </a:solidFill>
                <a:latin typeface="Segoe UI"/>
              </a:rPr>
              <a:t>Targeted injection: </a:t>
            </a:r>
            <a:r>
              <a:rPr sz="1800">
                <a:solidFill>
                  <a:srgbClr val="52514E"/>
                </a:solidFill>
                <a:latin typeface="Segoe UI"/>
              </a:rPr>
              <a:t>for each warning, inject the N that fails its trigger call, 3 times (failslab, fail_function via ftrace kprobes, fail_usercopy).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 b="1">
                <a:solidFill>
                  <a:srgbClr val="0B0B0B"/>
                </a:solidFill>
                <a:latin typeface="Segoe UI"/>
              </a:rPr>
              <a:t>Kmemleak: </a:t>
            </a:r>
            <a:r>
              <a:rPr sz="1800">
                <a:solidFill>
                  <a:srgbClr val="52514E"/>
                </a:solidFill>
                <a:latin typeface="Segoe UI"/>
              </a:rPr>
              <a:t>wait 6 s, scan twice; attribute each unreferenced object by its allocation backtrace (faddr2line) or, for unloaded init code, by allocation size.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 b="1">
                <a:solidFill>
                  <a:srgbClr val="0B0B0B"/>
                </a:solidFill>
                <a:latin typeface="Segoe UI"/>
              </a:rPr>
              <a:t>Trustworthy evidence: </a:t>
            </a:r>
            <a:r>
              <a:rPr sz="1800">
                <a:solidFill>
                  <a:srgbClr val="52514E"/>
                </a:solidFill>
                <a:latin typeface="Segoe UI"/>
              </a:rPr>
              <a:t>no stale pointer copies: page-allocator stacks, KSTACK_ERASE, no task-stack scanning, init_on_alloc / init_on_free for slab memory.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 b="1">
                <a:solidFill>
                  <a:srgbClr val="0B0B0B"/>
                </a:solidFill>
                <a:latin typeface="Segoe UI"/>
              </a:rPr>
              <a:t>Speed: </a:t>
            </a:r>
            <a:r>
              <a:rPr sz="1800">
                <a:solidFill>
                  <a:srgbClr val="52514E"/>
                </a:solidFill>
                <a:latin typeface="Segoe UI"/>
              </a:rPr>
              <a:t>a guest boots in ~2 s; both VM runs take about 3 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Operating-system concepts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Where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Memory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slab allocator, kmalloc caches, vmalloc, ownership, kmemleak mark &amp; 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Error handling / faults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errno propagation, goto cleanup, failslab / fail_function / fail_usercopy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Processes &amp; system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per-task fault state (fail-nth), task stacks, write / finit_module / pread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Device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loadable modules, misc devices, platform drivers, devm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Synchronisation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mutex-protected lists, RCU deferred free, kref reference counting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Virtualisation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QEMU + KVM, virtio-9p sharing, initramfs 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Performance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analysis time, VM time, executions, precision /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Benchmark corpus (dataset)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A78D6"/>
                </a:solidFill>
                <a:latin typeface="Segoe U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Segoe UI"/>
              </a:rPr>
              <a:t>kernel modules
(17 leaky, 15 leak-free)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716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B6834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48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Segoe UI"/>
              </a:rPr>
              <a:t>leaking allocation 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3716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A78D6"/>
                </a:solidFill>
                <a:latin typeface="Segoe U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48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Segoe UI"/>
              </a:rPr>
              <a:t>safe allocation 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>
                <a:solidFill>
                  <a:srgbClr val="0B0B0B"/>
                </a:solidFill>
                <a:latin typeface="Segoe UI"/>
              </a:rPr>
              <a:t>Patterns from real kernel bugs: wrong goto label, copy_from_user failure, loops, wrappers, registration failures, conditional allocation, kmem_cache, vmalloc.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>
                <a:solidFill>
                  <a:srgbClr val="0B0B0B"/>
                </a:solidFill>
                <a:latin typeface="Segoe UI"/>
              </a:rPr>
              <a:t>Tricky safe code: list ownership, caller-owned fields, devm, kref, RCU, factories, correlated conditions, rollback loops.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>
                <a:solidFill>
                  <a:srgbClr val="0B0B0B"/>
                </a:solidFill>
                <a:latin typeface="Segoe UI"/>
              </a:rPr>
              <a:t>Ground truth in the source: every allocation is annotated /* GT:LEAK */ or /* GT:SAFE */.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Implementation and module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Member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Modules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Om Gunjan Gupta (24BIT0316)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Static analyser (C++/LLVM): IR preparation, alias/escape, summaries, path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Abhishek Kumar Singh (24BIT0309)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Guest kernel &amp; VM, klg-agent fault-injection driver (C), kmemleak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Aarav Jain (24BIT0023)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Corpus &amp; ground truth, Python verifier &amp; evaluation, Streamlit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>
                <a:solidFill>
                  <a:srgbClr val="0B0B0B"/>
                </a:solidFill>
                <a:latin typeface="Segoe UI"/>
              </a:rPr>
              <a:t>C++17 + LLVM/Clang 21 · C (static) · Python 3 · Linux 6.18.55 LTS · QEMU/KVM on WSL2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>
                <a:solidFill>
                  <a:srgbClr val="0B0B0B"/>
                </a:solidFill>
                <a:latin typeface="Segoe UI"/>
              </a:rPr>
              <a:t>Single command: python3 -m klg all  →  build, analyse, verify in VM, evaluate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Results: detection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512064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"/>
                <a:gridCol w="548640"/>
                <a:gridCol w="548640"/>
                <a:gridCol w="822960"/>
                <a:gridCol w="64008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TP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FP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FN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Prec.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Rec.</a:t>
                      </a:r>
                    </a:p>
                  </a:txBody>
                  <a:tcPr>
                    <a:solidFill>
                      <a:srgbClr val="E7E6E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cppcheck 2.19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Static, naive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Static, KLG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Hybrid (confirmed)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KLG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Dynamic, exhaustive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Dynamic, random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_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7920" cy="2618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Segoe UI"/>
              </a:rPr>
              <a:t>KernelLeakGuard: 16 of 17 leaks, no false positive; every confirmed leak has kernel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Runtime verdicts and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pic>
        <p:nvPicPr>
          <p:cNvPr id="6" name="Picture 5" descr="fig_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139909"/>
          </a:xfrm>
          <a:prstGeom prst="rect">
            <a:avLst/>
          </a:prstGeom>
        </p:spPr>
      </p:pic>
      <p:pic>
        <p:nvPicPr>
          <p:cNvPr id="7" name="Picture 6" descr="fig_static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6929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A78D6"/>
                </a:solidFill>
                <a:latin typeface="Segoe UI"/>
              </a:rPr>
              <a:t>•  </a:t>
            </a:r>
            <a:r>
              <a:rPr sz="1400" b="1">
                <a:solidFill>
                  <a:srgbClr val="0B0B0B"/>
                </a:solidFill>
                <a:latin typeface="Segoe UI"/>
              </a:rPr>
              <a:t>14 confirmed, 2 not reproduced, 3 inconclusive </a:t>
            </a:r>
            <a:r>
              <a:rPr sz="1400">
                <a:solidFill>
                  <a:srgbClr val="52514E"/>
                </a:solidFill>
                <a:latin typeface="Segoe UI"/>
              </a:rPr>
              <a:t>— no false confirmation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A78D6"/>
                </a:solidFill>
                <a:latin typeface="Segoe UI"/>
              </a:rPr>
              <a:t>•  </a:t>
            </a:r>
            <a:r>
              <a:rPr sz="1400" b="1">
                <a:solidFill>
                  <a:srgbClr val="0B0B0B"/>
                </a:solidFill>
                <a:latin typeface="Segoe UI"/>
              </a:rPr>
              <a:t>Without ownership transfer: </a:t>
            </a:r>
            <a:r>
              <a:rPr sz="1400">
                <a:solidFill>
                  <a:srgbClr val="52514E"/>
                </a:solidFill>
                <a:latin typeface="Segoe UI"/>
              </a:rPr>
              <a:t>precision 0.74; naive: 11 false alarms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Real Linux 6.18.55 kernel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Static: </a:t>
            </a:r>
            <a:r>
              <a:rPr sz="1700">
                <a:solidFill>
                  <a:srgbClr val="52514E"/>
                </a:solidFill>
                <a:latin typeface="Segoe UI"/>
              </a:rPr>
              <a:t>39 hardware-free modules, 6376 functions, 590 allocation sites → 115 warnings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Runtime (VM): </a:t>
            </a:r>
            <a:r>
              <a:rPr sz="1700">
                <a:solidFill>
                  <a:srgbClr val="52514E"/>
                </a:solidFill>
                <a:latin typeface="Segoe UI"/>
              </a:rPr>
              <a:t>15 representative modules, 6156 fault points of module init exercised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Manual review: </a:t>
            </a:r>
            <a:r>
              <a:rPr sz="1700">
                <a:solidFill>
                  <a:srgbClr val="52514E"/>
                </a:solidFill>
                <a:latin typeface="Segoe UI"/>
              </a:rPr>
              <a:t>all 13 high-confidence warnings read in the source are false positives (ERR_PTR returns, error codes in variables, list ownership) — none confirmed at runtime; most are in mount/ioctl code that init-time testing does not reach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Sweep observation: </a:t>
            </a:r>
            <a:r>
              <a:rPr sz="1700">
                <a:solidFill>
                  <a:srgbClr val="52514E"/>
                </a:solidFill>
                <a:latin typeface="Segoe UI"/>
              </a:rPr>
              <a:t>1 leak report (erofs init: kmem_cache name strings) — root cause under analysis, likely slab error path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Crash found: </a:t>
            </a:r>
            <a:r>
              <a:rPr sz="1700">
                <a:solidFill>
                  <a:srgbClr val="52514E"/>
                </a:solidFill>
                <a:latin typeface="Segoe UI"/>
              </a:rPr>
              <a:t>reproducible kernel crash while loading null_blk under allocation failure (bdev_release reads freed module memory) — root cause still to be analysed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 b="1">
                <a:solidFill>
                  <a:srgbClr val="0B0B0B"/>
                </a:solidFill>
                <a:latin typeface="Segoe UI"/>
              </a:rPr>
              <a:t>Lesson: </a:t>
            </a:r>
            <a:r>
              <a:rPr sz="1700">
                <a:solidFill>
                  <a:srgbClr val="52514E"/>
                </a:solidFill>
                <a:latin typeface="Segoe UI"/>
              </a:rPr>
              <a:t>static precision drops on real code; runtime verification keeps reports clean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Case study: klg_l02 — wrong goto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760720" cy="4480560"/>
          </a:xfrm>
          <a:prstGeom prst="roundRect">
            <a:avLst>
              <a:gd name="adj" fmla="val 4000"/>
            </a:avLst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tx = kmalloc(TX_SIZE, GFP_KERNEL);   // 32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if (!tx) {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    ret = -ENOMEM;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    goto err_rx;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}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name = kasprintf(GFP_KERNEL, ...);  // 38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if (!name) {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    ret = -ENOMEM;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    goto err_rx;   // BUG: err_tx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}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...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err_tx: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    kfree(tx);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err_rx: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    kfree(rx);</a:t>
            </a:r>
          </a:p>
          <a:p>
            <a:pPr algn="l"/>
            <a:r>
              <a:rPr sz="1300" b="0">
                <a:solidFill>
                  <a:srgbClr val="0B0B0B"/>
                </a:solidFill>
                <a:latin typeface="Consolas"/>
              </a:rPr>
              <a:t>    return ret;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•  </a:t>
            </a:r>
            <a:r>
              <a:rPr sz="1600" b="1">
                <a:solidFill>
                  <a:srgbClr val="0B0B0B"/>
                </a:solidFill>
                <a:latin typeface="Segoe UI"/>
              </a:rPr>
              <a:t>Static: </a:t>
            </a:r>
            <a:r>
              <a:rPr sz="1600">
                <a:solidFill>
                  <a:srgbClr val="52514E"/>
                </a:solidFill>
                <a:latin typeface="Segoe UI"/>
              </a:rPr>
              <a:t>kmalloc at 32 leaks when returning -ENOMEM; trigger kasprintf (38).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•  </a:t>
            </a:r>
            <a:r>
              <a:rPr sz="1600" b="1">
                <a:solidFill>
                  <a:srgbClr val="0B0B0B"/>
                </a:solidFill>
                <a:latin typeface="Segoe UI"/>
              </a:rPr>
              <a:t>Sweep: </a:t>
            </a:r>
            <a:r>
              <a:rPr sz="1600">
                <a:solidFill>
                  <a:srgbClr val="52514E"/>
                </a:solidFill>
                <a:latin typeface="Segoe UI"/>
              </a:rPr>
              <a:t>fault #5 fails sensor_setup+0x5f/0xb0.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•  </a:t>
            </a:r>
            <a:r>
              <a:rPr sz="1600" b="1">
                <a:solidFill>
                  <a:srgbClr val="0B0B0B"/>
                </a:solidFill>
                <a:latin typeface="Segoe UI"/>
              </a:rPr>
              <a:t>Confirm: </a:t>
            </a:r>
            <a:r>
              <a:rPr sz="1600">
                <a:solidFill>
                  <a:srgbClr val="52514E"/>
                </a:solidFill>
                <a:latin typeface="Segoe UI"/>
              </a:rPr>
              <a:t>injected 3×, kmemleak: 3 unreferenced objects allocated at line 32.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•  </a:t>
            </a:r>
            <a:r>
              <a:rPr sz="1600" b="1">
                <a:solidFill>
                  <a:srgbClr val="0B0B0B"/>
                </a:solidFill>
                <a:latin typeface="Segoe UI"/>
              </a:rPr>
              <a:t>Verdict: </a:t>
            </a:r>
            <a:r>
              <a:rPr sz="1600">
                <a:solidFill>
                  <a:srgbClr val="52514E"/>
                </a:solidFill>
                <a:latin typeface="Segoe UI"/>
              </a:rPr>
              <a:t>confirmed. Fix: goto err_tx.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pic>
        <p:nvPicPr>
          <p:cNvPr id="6" name="Picture 5" descr="fig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400800" cy="33481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•  </a:t>
            </a:r>
            <a:r>
              <a:rPr sz="1600" b="1">
                <a:solidFill>
                  <a:srgbClr val="0B0B0B"/>
                </a:solidFill>
                <a:latin typeface="Segoe UI"/>
              </a:rPr>
              <a:t>Static analysis: </a:t>
            </a:r>
            <a:r>
              <a:rPr sz="1600">
                <a:solidFill>
                  <a:srgbClr val="52514E"/>
                </a:solidFill>
                <a:latin typeface="Segoe UI"/>
              </a:rPr>
              <a:t>27 ms for 32 modules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•  </a:t>
            </a:r>
            <a:r>
              <a:rPr sz="1600" b="1">
                <a:solidFill>
                  <a:srgbClr val="0B0B0B"/>
                </a:solidFill>
                <a:latin typeface="Segoe UI"/>
              </a:rPr>
              <a:t>Mapping + confirmation VM runs: </a:t>
            </a:r>
            <a:r>
              <a:rPr sz="1600">
                <a:solidFill>
                  <a:srgbClr val="52514E"/>
                </a:solidFill>
                <a:latin typeface="Segoe UI"/>
              </a:rPr>
              <a:t>50 s + 78 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•  </a:t>
            </a:r>
            <a:r>
              <a:rPr sz="1600" b="1">
                <a:solidFill>
                  <a:srgbClr val="0B0B0B"/>
                </a:solidFill>
                <a:latin typeface="Segoe UI"/>
              </a:rPr>
              <a:t>KernelLeakGuard: </a:t>
            </a:r>
            <a:r>
              <a:rPr sz="1600">
                <a:solidFill>
                  <a:srgbClr val="52514E"/>
                </a:solidFill>
                <a:latin typeface="Segoe UI"/>
              </a:rPr>
              <a:t>425 executions in total (module-filtered sweep + confirmation) vs 1261 exhaustive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•  </a:t>
            </a:r>
            <a:r>
              <a:rPr sz="1600" b="1">
                <a:solidFill>
                  <a:srgbClr val="0B0B0B"/>
                </a:solidFill>
                <a:latin typeface="Segoe UI"/>
              </a:rPr>
              <a:t>Fix patches: </a:t>
            </a:r>
            <a:r>
              <a:rPr sz="1600">
                <a:solidFill>
                  <a:srgbClr val="52514E"/>
                </a:solidFill>
                <a:latin typeface="Segoe UI"/>
              </a:rPr>
              <a:t>13 of 14 validated (compile, re-analysis, VM re-run)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•  </a:t>
            </a:r>
            <a:r>
              <a:rPr sz="1600" b="1">
                <a:solidFill>
                  <a:srgbClr val="0B0B0B"/>
                </a:solidFill>
                <a:latin typeface="Segoe UI"/>
              </a:rPr>
              <a:t>Hardware: </a:t>
            </a:r>
            <a:r>
              <a:rPr sz="1600">
                <a:solidFill>
                  <a:srgbClr val="52514E"/>
                </a:solidFill>
                <a:latin typeface="Segoe UI"/>
              </a:rPr>
              <a:t>laptop, Ryzen 7, 15 GB, WSL2 + KVM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760720" cy="2926080"/>
          </a:xfrm>
          <a:prstGeom prst="roundRect">
            <a:avLst>
              <a:gd name="adj" fmla="val 4000"/>
            </a:avLst>
          </a:prstGeom>
          <a:solidFill>
            <a:srgbClr val="F3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0B0B"/>
                </a:solidFill>
                <a:latin typeface="Consolas"/>
              </a:rPr>
              <a:t>cd ~/KernelLeakGuard</a:t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Consolas"/>
              </a:rPr>
              <a:t>python3 -m klg all</a:t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Consolas"/>
              </a:rPr>
              <a:t>python3 -m klg show</a:t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Consolas"/>
              </a:rPr>
              <a:t/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Consolas"/>
              </a:rPr>
              <a:t>.venv/bin/streamlit run dashboard/app.py</a:t>
            </a:r>
          </a:p>
          <a:p>
            <a:pPr algn="l"/>
            <a:r>
              <a:rPr sz="1600" b="0">
                <a:solidFill>
                  <a:srgbClr val="0B0B0B"/>
                </a:solidFill>
                <a:latin typeface="Consolas"/>
              </a:rPr>
              <a:t># → http://localhost:8501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>
                <a:solidFill>
                  <a:srgbClr val="0B0B0B"/>
                </a:solidFill>
                <a:latin typeface="Segoe UI"/>
              </a:rPr>
              <a:t>Pipeline: build → analyse → VM sweep → targeted injection → kmemleak → verdicts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>
                <a:solidFill>
                  <a:srgbClr val="0B0B0B"/>
                </a:solidFill>
                <a:latin typeface="Segoe UI"/>
              </a:rPr>
              <a:t>Dashboard: findings with verdicts; source with allocation / failing call / exit highlighted; kmemleak backtraces; evaluation charts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>
                <a:solidFill>
                  <a:srgbClr val="0B0B0B"/>
                </a:solidFill>
                <a:latin typeface="Segoe UI"/>
              </a:rPr>
              <a:t>Live: introduce a bug in a module, rerun, watch it get confirmed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98781"/>
                </a:solidFill>
                <a:latin typeface="Segoe U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KernelLeakGuard · BITE303P Operating Systems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>
                <a:solidFill>
                  <a:srgbClr val="0B0B0B"/>
                </a:solidFill>
                <a:latin typeface="Segoe UI"/>
              </a:rPr>
              <a:t>Static analysis finds early-exit leaks with F1 0.94 (naive: 0.73).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>
                <a:solidFill>
                  <a:srgbClr val="0B0B0B"/>
                </a:solidFill>
                <a:latin typeface="Segoe UI"/>
              </a:rPr>
              <a:t>Targeted fault injection + kmemleak confirms them with evidence; precision 1.00.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>
                <a:solidFill>
                  <a:srgbClr val="0B0B0B"/>
                </a:solidFill>
                <a:latin typeface="Segoe UI"/>
              </a:rPr>
              <a:t>Complete tool: 16/17 leaks, 0 false positives, validated fix patches for 13/14.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>
                <a:solidFill>
                  <a:srgbClr val="0B0B0B"/>
                </a:solidFill>
                <a:latin typeface="Segoe UI"/>
              </a:rPr>
              <a:t>Predicting the failing call + module-filtered injection: cheaper than blind injection.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A78D6"/>
                </a:solidFill>
                <a:latin typeface="Segoe UI"/>
              </a:rPr>
              <a:t>•  </a:t>
            </a:r>
            <a:r>
              <a:rPr sz="1800">
                <a:solidFill>
                  <a:srgbClr val="0B0B0B"/>
                </a:solidFill>
                <a:latin typeface="Segoe UI"/>
              </a:rPr>
              <a:t>kmemleak must be protected from stale pointer copies (stacks, reused slab memory).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0B0B"/>
                </a:solidFill>
                <a:latin typeface="Segoe U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>
                <a:solidFill>
                  <a:srgbClr val="0B0B0B"/>
                </a:solidFill>
                <a:latin typeface="Segoe UI"/>
              </a:rPr>
              <a:t>Field-sensitive heap ownership (nested leaks)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>
                <a:solidFill>
                  <a:srgbClr val="0B0B0B"/>
                </a:solidFill>
                <a:latin typeface="Segoe UI"/>
              </a:rPr>
              <a:t>Real kernel code: 39 hardware-free modules already built into the guest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>
                <a:solidFill>
                  <a:srgbClr val="0B0B0B"/>
                </a:solidFill>
                <a:latin typeface="Segoe UI"/>
              </a:rPr>
              <a:t>Reproduce MLEE's historical leaks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>
                <a:solidFill>
                  <a:srgbClr val="0B0B0B"/>
                </a:solidFill>
                <a:latin typeface="Segoe UI"/>
              </a:rPr>
              <a:t>Loop-counter reasoning; patches for shared error labels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•  </a:t>
            </a:r>
            <a:r>
              <a:rPr sz="1700">
                <a:solidFill>
                  <a:srgbClr val="0B0B0B"/>
                </a:solidFill>
                <a:latin typeface="Segoe UI"/>
              </a:rPr>
              <a:t>CI integration (KernelCI)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B0B0B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52514E"/>
                </a:solidFill>
                <a:latin typeface="Segoe U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98781"/>
                </a:solidFill>
                <a:latin typeface="Segoe UI"/>
              </a:rPr>
              <a:t>Om Gunjan Gupta · Abhishek Kumar Singh · Aarav Jain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